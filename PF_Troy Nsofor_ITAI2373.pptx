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2F3BB-235E-D9D8-3804-F5EBD4D22916}" v="453" dt="2025-12-07T00:03:21.605"/>
    <p1510:client id="{662B5DD7-6F2C-0A05-BAD5-9268ABE24AC6}" v="67" dt="2025-12-07T00:22:14.577"/>
    <p1510:client id="{A1324D0A-3759-628F-3721-8DDCA24F7CFC}" v="1" dt="2025-12-07T00:04:13.192"/>
    <p1510:client id="{EB44D908-13D9-54ED-DE94-ACA3312A5527}" v="243" dt="2025-12-06T20:55:20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y.nsofor-W214953722" userId="S::w214953722@student.hccs.edu::a4bcf6b5-258a-4061-a951-7822d8616e66" providerId="AD" clId="Web-{662B5DD7-6F2C-0A05-BAD5-9268ABE24AC6}"/>
    <pc:docChg chg="modSld">
      <pc:chgData name="troy.nsofor-W214953722" userId="S::w214953722@student.hccs.edu::a4bcf6b5-258a-4061-a951-7822d8616e66" providerId="AD" clId="Web-{662B5DD7-6F2C-0A05-BAD5-9268ABE24AC6}" dt="2025-12-07T00:22:12.390" v="62" actId="20577"/>
      <pc:docMkLst>
        <pc:docMk/>
      </pc:docMkLst>
      <pc:sldChg chg="modSp">
        <pc:chgData name="troy.nsofor-W214953722" userId="S::w214953722@student.hccs.edu::a4bcf6b5-258a-4061-a951-7822d8616e66" providerId="AD" clId="Web-{662B5DD7-6F2C-0A05-BAD5-9268ABE24AC6}" dt="2025-12-07T00:15:25.865" v="46" actId="20577"/>
        <pc:sldMkLst>
          <pc:docMk/>
          <pc:sldMk cId="109857222" sldId="256"/>
        </pc:sldMkLst>
        <pc:spChg chg="mod">
          <ac:chgData name="troy.nsofor-W214953722" userId="S::w214953722@student.hccs.edu::a4bcf6b5-258a-4061-a951-7822d8616e66" providerId="AD" clId="Web-{662B5DD7-6F2C-0A05-BAD5-9268ABE24AC6}" dt="2025-12-07T00:15:25.865" v="4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troy.nsofor-W214953722" userId="S::w214953722@student.hccs.edu::a4bcf6b5-258a-4061-a951-7822d8616e66" providerId="AD" clId="Web-{662B5DD7-6F2C-0A05-BAD5-9268ABE24AC6}" dt="2025-12-07T00:13:11.393" v="39" actId="20577"/>
        <pc:sldMkLst>
          <pc:docMk/>
          <pc:sldMk cId="1662326228" sldId="257"/>
        </pc:sldMkLst>
        <pc:spChg chg="mod">
          <ac:chgData name="troy.nsofor-W214953722" userId="S::w214953722@student.hccs.edu::a4bcf6b5-258a-4061-a951-7822d8616e66" providerId="AD" clId="Web-{662B5DD7-6F2C-0A05-BAD5-9268ABE24AC6}" dt="2025-12-07T00:13:11.393" v="39" actId="20577"/>
          <ac:spMkLst>
            <pc:docMk/>
            <pc:sldMk cId="1662326228" sldId="257"/>
            <ac:spMk id="25" creationId="{99044FC1-7BCA-D38F-EBBA-05203F4D5B05}"/>
          </ac:spMkLst>
        </pc:spChg>
      </pc:sldChg>
      <pc:sldChg chg="modSp">
        <pc:chgData name="troy.nsofor-W214953722" userId="S::w214953722@student.hccs.edu::a4bcf6b5-258a-4061-a951-7822d8616e66" providerId="AD" clId="Web-{662B5DD7-6F2C-0A05-BAD5-9268ABE24AC6}" dt="2025-12-07T00:11:05.654" v="13" actId="20577"/>
        <pc:sldMkLst>
          <pc:docMk/>
          <pc:sldMk cId="551211055" sldId="258"/>
        </pc:sldMkLst>
        <pc:spChg chg="mod">
          <ac:chgData name="troy.nsofor-W214953722" userId="S::w214953722@student.hccs.edu::a4bcf6b5-258a-4061-a951-7822d8616e66" providerId="AD" clId="Web-{662B5DD7-6F2C-0A05-BAD5-9268ABE24AC6}" dt="2025-12-07T00:11:05.654" v="13" actId="20577"/>
          <ac:spMkLst>
            <pc:docMk/>
            <pc:sldMk cId="551211055" sldId="258"/>
            <ac:spMk id="3" creationId="{87C77215-F0C3-FF1E-4F1C-19E66BA95356}"/>
          </ac:spMkLst>
        </pc:spChg>
      </pc:sldChg>
      <pc:sldChg chg="modSp">
        <pc:chgData name="troy.nsofor-W214953722" userId="S::w214953722@student.hccs.edu::a4bcf6b5-258a-4061-a951-7822d8616e66" providerId="AD" clId="Web-{662B5DD7-6F2C-0A05-BAD5-9268ABE24AC6}" dt="2025-12-07T00:19:15.590" v="51" actId="20577"/>
        <pc:sldMkLst>
          <pc:docMk/>
          <pc:sldMk cId="2769643488" sldId="259"/>
        </pc:sldMkLst>
        <pc:spChg chg="mod">
          <ac:chgData name="troy.nsofor-W214953722" userId="S::w214953722@student.hccs.edu::a4bcf6b5-258a-4061-a951-7822d8616e66" providerId="AD" clId="Web-{662B5DD7-6F2C-0A05-BAD5-9268ABE24AC6}" dt="2025-12-07T00:19:15.590" v="51" actId="20577"/>
          <ac:spMkLst>
            <pc:docMk/>
            <pc:sldMk cId="2769643488" sldId="259"/>
            <ac:spMk id="3" creationId="{F2A34ED6-C314-2E01-819B-5B9F3BCFF5AB}"/>
          </ac:spMkLst>
        </pc:spChg>
      </pc:sldChg>
      <pc:sldChg chg="modSp">
        <pc:chgData name="troy.nsofor-W214953722" userId="S::w214953722@student.hccs.edu::a4bcf6b5-258a-4061-a951-7822d8616e66" providerId="AD" clId="Web-{662B5DD7-6F2C-0A05-BAD5-9268ABE24AC6}" dt="2025-12-07T00:22:12.390" v="62" actId="20577"/>
        <pc:sldMkLst>
          <pc:docMk/>
          <pc:sldMk cId="3586289509" sldId="261"/>
        </pc:sldMkLst>
        <pc:spChg chg="mod">
          <ac:chgData name="troy.nsofor-W214953722" userId="S::w214953722@student.hccs.edu::a4bcf6b5-258a-4061-a951-7822d8616e66" providerId="AD" clId="Web-{662B5DD7-6F2C-0A05-BAD5-9268ABE24AC6}" dt="2025-12-07T00:22:12.390" v="62" actId="20577"/>
          <ac:spMkLst>
            <pc:docMk/>
            <pc:sldMk cId="3586289509" sldId="261"/>
            <ac:spMk id="3" creationId="{FB77775E-D760-C8A5-6024-C6150EBEC32F}"/>
          </ac:spMkLst>
        </pc:spChg>
      </pc:sldChg>
    </pc:docChg>
  </pc:docChgLst>
  <pc:docChgLst>
    <pc:chgData name="troy.nsofor-W214953722" userId="S::w214953722@student.hccs.edu::a4bcf6b5-258a-4061-a951-7822d8616e66" providerId="AD" clId="Web-{A1324D0A-3759-628F-3721-8DDCA24F7CFC}"/>
    <pc:docChg chg="delSld modSld">
      <pc:chgData name="troy.nsofor-W214953722" userId="S::w214953722@student.hccs.edu::a4bcf6b5-258a-4061-a951-7822d8616e66" providerId="AD" clId="Web-{A1324D0A-3759-628F-3721-8DDCA24F7CFC}" dt="2025-12-07T00:04:52.914" v="1"/>
      <pc:docMkLst>
        <pc:docMk/>
      </pc:docMkLst>
      <pc:sldChg chg="addSp delSp modSp mod setBg">
        <pc:chgData name="troy.nsofor-W214953722" userId="S::w214953722@student.hccs.edu::a4bcf6b5-258a-4061-a951-7822d8616e66" providerId="AD" clId="Web-{A1324D0A-3759-628F-3721-8DDCA24F7CFC}" dt="2025-12-07T00:04:52.914" v="1"/>
        <pc:sldMkLst>
          <pc:docMk/>
          <pc:sldMk cId="1463128934" sldId="260"/>
        </pc:sldMkLst>
        <pc:spChg chg="mod">
          <ac:chgData name="troy.nsofor-W214953722" userId="S::w214953722@student.hccs.edu::a4bcf6b5-258a-4061-a951-7822d8616e66" providerId="AD" clId="Web-{A1324D0A-3759-628F-3721-8DDCA24F7CFC}" dt="2025-12-07T00:04:52.914" v="1"/>
          <ac:spMkLst>
            <pc:docMk/>
            <pc:sldMk cId="1463128934" sldId="260"/>
            <ac:spMk id="2" creationId="{60D219E4-4C62-38F0-3D49-76E030872861}"/>
          </ac:spMkLst>
        </pc:spChg>
        <pc:spChg chg="del">
          <ac:chgData name="troy.nsofor-W214953722" userId="S::w214953722@student.hccs.edu::a4bcf6b5-258a-4061-a951-7822d8616e66" providerId="AD" clId="Web-{A1324D0A-3759-628F-3721-8DDCA24F7CFC}" dt="2025-12-07T00:04:52.914" v="1"/>
          <ac:spMkLst>
            <pc:docMk/>
            <pc:sldMk cId="1463128934" sldId="260"/>
            <ac:spMk id="3" creationId="{84AA5D0E-7C8B-8B06-AE9E-B03CE3D52707}"/>
          </ac:spMkLst>
        </pc:spChg>
        <pc:spChg chg="add">
          <ac:chgData name="troy.nsofor-W214953722" userId="S::w214953722@student.hccs.edu::a4bcf6b5-258a-4061-a951-7822d8616e66" providerId="AD" clId="Web-{A1324D0A-3759-628F-3721-8DDCA24F7CFC}" dt="2025-12-07T00:04:52.914" v="1"/>
          <ac:spMkLst>
            <pc:docMk/>
            <pc:sldMk cId="1463128934" sldId="260"/>
            <ac:spMk id="9" creationId="{BACC6370-2D7E-4714-9D71-7542949D7D5D}"/>
          </ac:spMkLst>
        </pc:spChg>
        <pc:spChg chg="add">
          <ac:chgData name="troy.nsofor-W214953722" userId="S::w214953722@student.hccs.edu::a4bcf6b5-258a-4061-a951-7822d8616e66" providerId="AD" clId="Web-{A1324D0A-3759-628F-3721-8DDCA24F7CFC}" dt="2025-12-07T00:04:52.914" v="1"/>
          <ac:spMkLst>
            <pc:docMk/>
            <pc:sldMk cId="1463128934" sldId="260"/>
            <ac:spMk id="11" creationId="{F68B3F68-107C-434F-AA38-110D5EA91B85}"/>
          </ac:spMkLst>
        </pc:spChg>
        <pc:spChg chg="add">
          <ac:chgData name="troy.nsofor-W214953722" userId="S::w214953722@student.hccs.edu::a4bcf6b5-258a-4061-a951-7822d8616e66" providerId="AD" clId="Web-{A1324D0A-3759-628F-3721-8DDCA24F7CFC}" dt="2025-12-07T00:04:52.914" v="1"/>
          <ac:spMkLst>
            <pc:docMk/>
            <pc:sldMk cId="1463128934" sldId="260"/>
            <ac:spMk id="13" creationId="{AAD0DBB9-1A4B-4391-81D4-CB19F9AB918A}"/>
          </ac:spMkLst>
        </pc:spChg>
        <pc:spChg chg="add">
          <ac:chgData name="troy.nsofor-W214953722" userId="S::w214953722@student.hccs.edu::a4bcf6b5-258a-4061-a951-7822d8616e66" providerId="AD" clId="Web-{A1324D0A-3759-628F-3721-8DDCA24F7CFC}" dt="2025-12-07T00:04:52.914" v="1"/>
          <ac:spMkLst>
            <pc:docMk/>
            <pc:sldMk cId="1463128934" sldId="260"/>
            <ac:spMk id="15" creationId="{063BBA22-50EA-4C4D-BE05-F1CE4E63AA56}"/>
          </ac:spMkLst>
        </pc:spChg>
        <pc:graphicFrameChg chg="add">
          <ac:chgData name="troy.nsofor-W214953722" userId="S::w214953722@student.hccs.edu::a4bcf6b5-258a-4061-a951-7822d8616e66" providerId="AD" clId="Web-{A1324D0A-3759-628F-3721-8DDCA24F7CFC}" dt="2025-12-07T00:04:52.914" v="1"/>
          <ac:graphicFrameMkLst>
            <pc:docMk/>
            <pc:sldMk cId="1463128934" sldId="260"/>
            <ac:graphicFrameMk id="5" creationId="{2CD61F8C-346D-3AD3-052B-5E4B138DFE75}"/>
          </ac:graphicFrameMkLst>
        </pc:graphicFrameChg>
      </pc:sldChg>
      <pc:sldChg chg="del">
        <pc:chgData name="troy.nsofor-W214953722" userId="S::w214953722@student.hccs.edu::a4bcf6b5-258a-4061-a951-7822d8616e66" providerId="AD" clId="Web-{A1324D0A-3759-628F-3721-8DDCA24F7CFC}" dt="2025-12-07T00:04:13.192" v="0"/>
        <pc:sldMkLst>
          <pc:docMk/>
          <pc:sldMk cId="2513554315" sldId="262"/>
        </pc:sldMkLst>
      </pc:sldChg>
    </pc:docChg>
  </pc:docChgLst>
  <pc:docChgLst>
    <pc:chgData name="troy.nsofor-W214953722" userId="S::w214953722@student.hccs.edu::a4bcf6b5-258a-4061-a951-7822d8616e66" providerId="AD" clId="Web-{10C2F3BB-235E-D9D8-3804-F5EBD4D22916}"/>
    <pc:docChg chg="addSld modSld">
      <pc:chgData name="troy.nsofor-W214953722" userId="S::w214953722@student.hccs.edu::a4bcf6b5-258a-4061-a951-7822d8616e66" providerId="AD" clId="Web-{10C2F3BB-235E-D9D8-3804-F5EBD4D22916}" dt="2025-12-07T00:03:21.605" v="455"/>
      <pc:docMkLst>
        <pc:docMk/>
      </pc:docMkLst>
      <pc:sldChg chg="modSp">
        <pc:chgData name="troy.nsofor-W214953722" userId="S::w214953722@student.hccs.edu::a4bcf6b5-258a-4061-a951-7822d8616e66" providerId="AD" clId="Web-{10C2F3BB-235E-D9D8-3804-F5EBD4D22916}" dt="2025-12-06T21:28:14.242" v="162" actId="20577"/>
        <pc:sldMkLst>
          <pc:docMk/>
          <pc:sldMk cId="1662326228" sldId="257"/>
        </pc:sldMkLst>
        <pc:spChg chg="mod">
          <ac:chgData name="troy.nsofor-W214953722" userId="S::w214953722@student.hccs.edu::a4bcf6b5-258a-4061-a951-7822d8616e66" providerId="AD" clId="Web-{10C2F3BB-235E-D9D8-3804-F5EBD4D22916}" dt="2025-12-06T21:28:14.242" v="162" actId="20577"/>
          <ac:spMkLst>
            <pc:docMk/>
            <pc:sldMk cId="1662326228" sldId="257"/>
            <ac:spMk id="25" creationId="{99044FC1-7BCA-D38F-EBBA-05203F4D5B05}"/>
          </ac:spMkLst>
        </pc:spChg>
      </pc:sldChg>
      <pc:sldChg chg="addSp modSp new mod setBg">
        <pc:chgData name="troy.nsofor-W214953722" userId="S::w214953722@student.hccs.edu::a4bcf6b5-258a-4061-a951-7822d8616e66" providerId="AD" clId="Web-{10C2F3BB-235E-D9D8-3804-F5EBD4D22916}" dt="2025-12-06T21:49:00.760" v="288" actId="20577"/>
        <pc:sldMkLst>
          <pc:docMk/>
          <pc:sldMk cId="551211055" sldId="258"/>
        </pc:sldMkLst>
        <pc:spChg chg="mod">
          <ac:chgData name="troy.nsofor-W214953722" userId="S::w214953722@student.hccs.edu::a4bcf6b5-258a-4061-a951-7822d8616e66" providerId="AD" clId="Web-{10C2F3BB-235E-D9D8-3804-F5EBD4D22916}" dt="2025-12-06T21:41:00.192" v="210"/>
          <ac:spMkLst>
            <pc:docMk/>
            <pc:sldMk cId="551211055" sldId="258"/>
            <ac:spMk id="2" creationId="{97BE89DB-5F31-36F2-15F9-1E7069AE229D}"/>
          </ac:spMkLst>
        </pc:spChg>
        <pc:spChg chg="mod ord">
          <ac:chgData name="troy.nsofor-W214953722" userId="S::w214953722@student.hccs.edu::a4bcf6b5-258a-4061-a951-7822d8616e66" providerId="AD" clId="Web-{10C2F3BB-235E-D9D8-3804-F5EBD4D22916}" dt="2025-12-06T21:49:00.760" v="288" actId="20577"/>
          <ac:spMkLst>
            <pc:docMk/>
            <pc:sldMk cId="551211055" sldId="258"/>
            <ac:spMk id="3" creationId="{87C77215-F0C3-FF1E-4F1C-19E66BA95356}"/>
          </ac:spMkLst>
        </pc:spChg>
        <pc:spChg chg="add">
          <ac:chgData name="troy.nsofor-W214953722" userId="S::w214953722@student.hccs.edu::a4bcf6b5-258a-4061-a951-7822d8616e66" providerId="AD" clId="Web-{10C2F3BB-235E-D9D8-3804-F5EBD4D22916}" dt="2025-12-06T21:41:00.192" v="210"/>
          <ac:spMkLst>
            <pc:docMk/>
            <pc:sldMk cId="551211055" sldId="258"/>
            <ac:spMk id="9" creationId="{E45CA849-654C-4173-AD99-B3A2528275F5}"/>
          </ac:spMkLst>
        </pc:spChg>
        <pc:spChg chg="add">
          <ac:chgData name="troy.nsofor-W214953722" userId="S::w214953722@student.hccs.edu::a4bcf6b5-258a-4061-a951-7822d8616e66" providerId="AD" clId="Web-{10C2F3BB-235E-D9D8-3804-F5EBD4D22916}" dt="2025-12-06T21:41:00.192" v="210"/>
          <ac:spMkLst>
            <pc:docMk/>
            <pc:sldMk cId="551211055" sldId="258"/>
            <ac:spMk id="11" creationId="{3E23A947-2D45-4208-AE2B-64948C87A3EB}"/>
          </ac:spMkLst>
        </pc:spChg>
        <pc:spChg chg="add">
          <ac:chgData name="troy.nsofor-W214953722" userId="S::w214953722@student.hccs.edu::a4bcf6b5-258a-4061-a951-7822d8616e66" providerId="AD" clId="Web-{10C2F3BB-235E-D9D8-3804-F5EBD4D22916}" dt="2025-12-06T21:41:00.192" v="210"/>
          <ac:spMkLst>
            <pc:docMk/>
            <pc:sldMk cId="551211055" sldId="258"/>
            <ac:spMk id="13" creationId="{E5BBB0F9-6A59-4D02-A9C7-A2D6516684CE}"/>
          </ac:spMkLst>
        </pc:spChg>
        <pc:picChg chg="add mod">
          <ac:chgData name="troy.nsofor-W214953722" userId="S::w214953722@student.hccs.edu::a4bcf6b5-258a-4061-a951-7822d8616e66" providerId="AD" clId="Web-{10C2F3BB-235E-D9D8-3804-F5EBD4D22916}" dt="2025-12-06T21:41:08.473" v="211"/>
          <ac:picMkLst>
            <pc:docMk/>
            <pc:sldMk cId="551211055" sldId="258"/>
            <ac:picMk id="4" creationId="{53D925E5-565E-1185-A812-0BE9B25AE533}"/>
          </ac:picMkLst>
        </pc:picChg>
      </pc:sldChg>
      <pc:sldChg chg="addSp modSp new mod setBg">
        <pc:chgData name="troy.nsofor-W214953722" userId="S::w214953722@student.hccs.edu::a4bcf6b5-258a-4061-a951-7822d8616e66" providerId="AD" clId="Web-{10C2F3BB-235E-D9D8-3804-F5EBD4D22916}" dt="2025-12-06T21:48:43.572" v="284" actId="20577"/>
        <pc:sldMkLst>
          <pc:docMk/>
          <pc:sldMk cId="2769643488" sldId="259"/>
        </pc:sldMkLst>
        <pc:spChg chg="mod">
          <ac:chgData name="troy.nsofor-W214953722" userId="S::w214953722@student.hccs.edu::a4bcf6b5-258a-4061-a951-7822d8616e66" providerId="AD" clId="Web-{10C2F3BB-235E-D9D8-3804-F5EBD4D22916}" dt="2025-12-06T21:48:02.774" v="278"/>
          <ac:spMkLst>
            <pc:docMk/>
            <pc:sldMk cId="2769643488" sldId="259"/>
            <ac:spMk id="2" creationId="{708748BA-41A9-CB0B-C9C6-285E4D1665B4}"/>
          </ac:spMkLst>
        </pc:spChg>
        <pc:spChg chg="mod ord">
          <ac:chgData name="troy.nsofor-W214953722" userId="S::w214953722@student.hccs.edu::a4bcf6b5-258a-4061-a951-7822d8616e66" providerId="AD" clId="Web-{10C2F3BB-235E-D9D8-3804-F5EBD4D22916}" dt="2025-12-06T21:48:43.572" v="284" actId="20577"/>
          <ac:spMkLst>
            <pc:docMk/>
            <pc:sldMk cId="2769643488" sldId="259"/>
            <ac:spMk id="3" creationId="{F2A34ED6-C314-2E01-819B-5B9F3BCFF5AB}"/>
          </ac:spMkLst>
        </pc:spChg>
        <pc:spChg chg="add">
          <ac:chgData name="troy.nsofor-W214953722" userId="S::w214953722@student.hccs.edu::a4bcf6b5-258a-4061-a951-7822d8616e66" providerId="AD" clId="Web-{10C2F3BB-235E-D9D8-3804-F5EBD4D22916}" dt="2025-12-06T21:48:02.774" v="278"/>
          <ac:spMkLst>
            <pc:docMk/>
            <pc:sldMk cId="2769643488" sldId="259"/>
            <ac:spMk id="9" creationId="{E45CA849-654C-4173-AD99-B3A2528275F5}"/>
          </ac:spMkLst>
        </pc:spChg>
        <pc:spChg chg="add">
          <ac:chgData name="troy.nsofor-W214953722" userId="S::w214953722@student.hccs.edu::a4bcf6b5-258a-4061-a951-7822d8616e66" providerId="AD" clId="Web-{10C2F3BB-235E-D9D8-3804-F5EBD4D22916}" dt="2025-12-06T21:48:02.774" v="278"/>
          <ac:spMkLst>
            <pc:docMk/>
            <pc:sldMk cId="2769643488" sldId="259"/>
            <ac:spMk id="11" creationId="{3E23A947-2D45-4208-AE2B-64948C87A3EB}"/>
          </ac:spMkLst>
        </pc:spChg>
        <pc:spChg chg="add">
          <ac:chgData name="troy.nsofor-W214953722" userId="S::w214953722@student.hccs.edu::a4bcf6b5-258a-4061-a951-7822d8616e66" providerId="AD" clId="Web-{10C2F3BB-235E-D9D8-3804-F5EBD4D22916}" dt="2025-12-06T21:48:02.774" v="278"/>
          <ac:spMkLst>
            <pc:docMk/>
            <pc:sldMk cId="2769643488" sldId="259"/>
            <ac:spMk id="13" creationId="{E5BBB0F9-6A59-4D02-A9C7-A2D6516684CE}"/>
          </ac:spMkLst>
        </pc:spChg>
        <pc:picChg chg="add mod">
          <ac:chgData name="troy.nsofor-W214953722" userId="S::w214953722@student.hccs.edu::a4bcf6b5-258a-4061-a951-7822d8616e66" providerId="AD" clId="Web-{10C2F3BB-235E-D9D8-3804-F5EBD4D22916}" dt="2025-12-06T21:48:11.383" v="279"/>
          <ac:picMkLst>
            <pc:docMk/>
            <pc:sldMk cId="2769643488" sldId="259"/>
            <ac:picMk id="4" creationId="{46728596-2246-0355-CC27-6B6C6245581E}"/>
          </ac:picMkLst>
        </pc:picChg>
      </pc:sldChg>
      <pc:sldChg chg="modSp new">
        <pc:chgData name="troy.nsofor-W214953722" userId="S::w214953722@student.hccs.edu::a4bcf6b5-258a-4061-a951-7822d8616e66" providerId="AD" clId="Web-{10C2F3BB-235E-D9D8-3804-F5EBD4D22916}" dt="2025-12-06T23:54:43.104" v="347" actId="20577"/>
        <pc:sldMkLst>
          <pc:docMk/>
          <pc:sldMk cId="1463128934" sldId="260"/>
        </pc:sldMkLst>
        <pc:spChg chg="mod">
          <ac:chgData name="troy.nsofor-W214953722" userId="S::w214953722@student.hccs.edu::a4bcf6b5-258a-4061-a951-7822d8616e66" providerId="AD" clId="Web-{10C2F3BB-235E-D9D8-3804-F5EBD4D22916}" dt="2025-12-06T23:24:47.654" v="296" actId="20577"/>
          <ac:spMkLst>
            <pc:docMk/>
            <pc:sldMk cId="1463128934" sldId="260"/>
            <ac:spMk id="2" creationId="{60D219E4-4C62-38F0-3D49-76E030872861}"/>
          </ac:spMkLst>
        </pc:spChg>
        <pc:spChg chg="mod">
          <ac:chgData name="troy.nsofor-W214953722" userId="S::w214953722@student.hccs.edu::a4bcf6b5-258a-4061-a951-7822d8616e66" providerId="AD" clId="Web-{10C2F3BB-235E-D9D8-3804-F5EBD4D22916}" dt="2025-12-06T23:54:43.104" v="347" actId="20577"/>
          <ac:spMkLst>
            <pc:docMk/>
            <pc:sldMk cId="1463128934" sldId="260"/>
            <ac:spMk id="3" creationId="{84AA5D0E-7C8B-8B06-AE9E-B03CE3D52707}"/>
          </ac:spMkLst>
        </pc:spChg>
      </pc:sldChg>
      <pc:sldChg chg="addSp modSp new mod setBg">
        <pc:chgData name="troy.nsofor-W214953722" userId="S::w214953722@student.hccs.edu::a4bcf6b5-258a-4061-a951-7822d8616e66" providerId="AD" clId="Web-{10C2F3BB-235E-D9D8-3804-F5EBD4D22916}" dt="2025-12-07T00:02:35.933" v="454"/>
        <pc:sldMkLst>
          <pc:docMk/>
          <pc:sldMk cId="3586289509" sldId="261"/>
        </pc:sldMkLst>
        <pc:spChg chg="mod">
          <ac:chgData name="troy.nsofor-W214953722" userId="S::w214953722@student.hccs.edu::a4bcf6b5-258a-4061-a951-7822d8616e66" providerId="AD" clId="Web-{10C2F3BB-235E-D9D8-3804-F5EBD4D22916}" dt="2025-12-07T00:02:35.933" v="454"/>
          <ac:spMkLst>
            <pc:docMk/>
            <pc:sldMk cId="3586289509" sldId="261"/>
            <ac:spMk id="2" creationId="{DA253171-F449-90B1-0D8E-0D2D5BE59A49}"/>
          </ac:spMkLst>
        </pc:spChg>
        <pc:spChg chg="mod">
          <ac:chgData name="troy.nsofor-W214953722" userId="S::w214953722@student.hccs.edu::a4bcf6b5-258a-4061-a951-7822d8616e66" providerId="AD" clId="Web-{10C2F3BB-235E-D9D8-3804-F5EBD4D22916}" dt="2025-12-07T00:02:35.933" v="454"/>
          <ac:spMkLst>
            <pc:docMk/>
            <pc:sldMk cId="3586289509" sldId="261"/>
            <ac:spMk id="3" creationId="{FB77775E-D760-C8A5-6024-C6150EBEC32F}"/>
          </ac:spMkLst>
        </pc:spChg>
        <pc:spChg chg="add">
          <ac:chgData name="troy.nsofor-W214953722" userId="S::w214953722@student.hccs.edu::a4bcf6b5-258a-4061-a951-7822d8616e66" providerId="AD" clId="Web-{10C2F3BB-235E-D9D8-3804-F5EBD4D22916}" dt="2025-12-07T00:02:35.933" v="454"/>
          <ac:spMkLst>
            <pc:docMk/>
            <pc:sldMk cId="3586289509" sldId="261"/>
            <ac:spMk id="9" creationId="{C0763A76-9F1C-4FC5-82B7-DD475DA461B2}"/>
          </ac:spMkLst>
        </pc:spChg>
        <pc:spChg chg="add">
          <ac:chgData name="troy.nsofor-W214953722" userId="S::w214953722@student.hccs.edu::a4bcf6b5-258a-4061-a951-7822d8616e66" providerId="AD" clId="Web-{10C2F3BB-235E-D9D8-3804-F5EBD4D22916}" dt="2025-12-07T00:02:35.933" v="454"/>
          <ac:spMkLst>
            <pc:docMk/>
            <pc:sldMk cId="3586289509" sldId="261"/>
            <ac:spMk id="11" creationId="{E81BF4F6-F2CF-4984-9D14-D6966D92F99F}"/>
          </ac:spMkLst>
        </pc:spChg>
        <pc:picChg chg="add">
          <ac:chgData name="troy.nsofor-W214953722" userId="S::w214953722@student.hccs.edu::a4bcf6b5-258a-4061-a951-7822d8616e66" providerId="AD" clId="Web-{10C2F3BB-235E-D9D8-3804-F5EBD4D22916}" dt="2025-12-07T00:02:35.933" v="454"/>
          <ac:picMkLst>
            <pc:docMk/>
            <pc:sldMk cId="3586289509" sldId="261"/>
            <ac:picMk id="5" creationId="{2383296D-0E6E-52B6-BB40-7EF1EC980340}"/>
          </ac:picMkLst>
        </pc:picChg>
      </pc:sldChg>
      <pc:sldChg chg="new">
        <pc:chgData name="troy.nsofor-W214953722" userId="S::w214953722@student.hccs.edu::a4bcf6b5-258a-4061-a951-7822d8616e66" providerId="AD" clId="Web-{10C2F3BB-235E-D9D8-3804-F5EBD4D22916}" dt="2025-12-07T00:03:21.605" v="455"/>
        <pc:sldMkLst>
          <pc:docMk/>
          <pc:sldMk cId="2513554315" sldId="262"/>
        </pc:sldMkLst>
      </pc:sldChg>
    </pc:docChg>
  </pc:docChgLst>
  <pc:docChgLst>
    <pc:chgData name="troy.nsofor-W214953722" userId="S::w214953722@student.hccs.edu::a4bcf6b5-258a-4061-a951-7822d8616e66" providerId="AD" clId="Web-{EB44D908-13D9-54ED-DE94-ACA3312A5527}"/>
    <pc:docChg chg="addSld modSld">
      <pc:chgData name="troy.nsofor-W214953722" userId="S::w214953722@student.hccs.edu::a4bcf6b5-258a-4061-a951-7822d8616e66" providerId="AD" clId="Web-{EB44D908-13D9-54ED-DE94-ACA3312A5527}" dt="2025-12-06T20:55:20.757" v="245" actId="20577"/>
      <pc:docMkLst>
        <pc:docMk/>
      </pc:docMkLst>
      <pc:sldChg chg="modSp">
        <pc:chgData name="troy.nsofor-W214953722" userId="S::w214953722@student.hccs.edu::a4bcf6b5-258a-4061-a951-7822d8616e66" providerId="AD" clId="Web-{EB44D908-13D9-54ED-DE94-ACA3312A5527}" dt="2025-12-06T20:50:34.257" v="225" actId="20577"/>
        <pc:sldMkLst>
          <pc:docMk/>
          <pc:sldMk cId="109857222" sldId="256"/>
        </pc:sldMkLst>
        <pc:spChg chg="mod">
          <ac:chgData name="troy.nsofor-W214953722" userId="S::w214953722@student.hccs.edu::a4bcf6b5-258a-4061-a951-7822d8616e66" providerId="AD" clId="Web-{EB44D908-13D9-54ED-DE94-ACA3312A5527}" dt="2025-12-06T20:04:31.035" v="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roy.nsofor-W214953722" userId="S::w214953722@student.hccs.edu::a4bcf6b5-258a-4061-a951-7822d8616e66" providerId="AD" clId="Web-{EB44D908-13D9-54ED-DE94-ACA3312A5527}" dt="2025-12-06T20:50:34.257" v="22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setBg">
        <pc:chgData name="troy.nsofor-W214953722" userId="S::w214953722@student.hccs.edu::a4bcf6b5-258a-4061-a951-7822d8616e66" providerId="AD" clId="Web-{EB44D908-13D9-54ED-DE94-ACA3312A5527}" dt="2025-12-06T20:55:20.757" v="245" actId="20577"/>
        <pc:sldMkLst>
          <pc:docMk/>
          <pc:sldMk cId="1662326228" sldId="257"/>
        </pc:sldMkLst>
        <pc:spChg chg="mod">
          <ac:chgData name="troy.nsofor-W214953722" userId="S::w214953722@student.hccs.edu::a4bcf6b5-258a-4061-a951-7822d8616e66" providerId="AD" clId="Web-{EB44D908-13D9-54ED-DE94-ACA3312A5527}" dt="2025-12-06T20:15:32.877" v="130"/>
          <ac:spMkLst>
            <pc:docMk/>
            <pc:sldMk cId="1662326228" sldId="257"/>
            <ac:spMk id="2" creationId="{B9476F6D-1212-3029-590C-0D5AD6B3FE7E}"/>
          </ac:spMkLst>
        </pc:spChg>
        <pc:spChg chg="del">
          <ac:chgData name="troy.nsofor-W214953722" userId="S::w214953722@student.hccs.edu::a4bcf6b5-258a-4061-a951-7822d8616e66" providerId="AD" clId="Web-{EB44D908-13D9-54ED-DE94-ACA3312A5527}" dt="2025-12-06T20:15:11.517" v="125"/>
          <ac:spMkLst>
            <pc:docMk/>
            <pc:sldMk cId="1662326228" sldId="257"/>
            <ac:spMk id="3" creationId="{D484F4C9-9D32-E591-563F-13FCB294B5A4}"/>
          </ac:spMkLst>
        </pc:spChg>
        <pc:spChg chg="add del">
          <ac:chgData name="troy.nsofor-W214953722" userId="S::w214953722@student.hccs.edu::a4bcf6b5-258a-4061-a951-7822d8616e66" providerId="AD" clId="Web-{EB44D908-13D9-54ED-DE94-ACA3312A5527}" dt="2025-12-06T20:15:30.517" v="127"/>
          <ac:spMkLst>
            <pc:docMk/>
            <pc:sldMk cId="1662326228" sldId="257"/>
            <ac:spMk id="8" creationId="{99044FC1-7BCA-D38F-EBBA-05203F4D5B05}"/>
          </ac:spMkLst>
        </pc:spChg>
        <pc:spChg chg="add del">
          <ac:chgData name="troy.nsofor-W214953722" userId="S::w214953722@student.hccs.edu::a4bcf6b5-258a-4061-a951-7822d8616e66" providerId="AD" clId="Web-{EB44D908-13D9-54ED-DE94-ACA3312A5527}" dt="2025-12-06T20:15:30.517" v="127"/>
          <ac:spMkLst>
            <pc:docMk/>
            <pc:sldMk cId="1662326228" sldId="257"/>
            <ac:spMk id="11" creationId="{E45CA849-654C-4173-AD99-B3A2528275F5}"/>
          </ac:spMkLst>
        </pc:spChg>
        <pc:spChg chg="add del">
          <ac:chgData name="troy.nsofor-W214953722" userId="S::w214953722@student.hccs.edu::a4bcf6b5-258a-4061-a951-7822d8616e66" providerId="AD" clId="Web-{EB44D908-13D9-54ED-DE94-ACA3312A5527}" dt="2025-12-06T20:15:30.517" v="127"/>
          <ac:spMkLst>
            <pc:docMk/>
            <pc:sldMk cId="1662326228" sldId="257"/>
            <ac:spMk id="13" creationId="{3E23A947-2D45-4208-AE2B-64948C87A3EB}"/>
          </ac:spMkLst>
        </pc:spChg>
        <pc:spChg chg="add del">
          <ac:chgData name="troy.nsofor-W214953722" userId="S::w214953722@student.hccs.edu::a4bcf6b5-258a-4061-a951-7822d8616e66" providerId="AD" clId="Web-{EB44D908-13D9-54ED-DE94-ACA3312A5527}" dt="2025-12-06T20:15:30.517" v="127"/>
          <ac:spMkLst>
            <pc:docMk/>
            <pc:sldMk cId="1662326228" sldId="257"/>
            <ac:spMk id="15" creationId="{E5BBB0F9-6A59-4D02-A9C7-A2D6516684CE}"/>
          </ac:spMkLst>
        </pc:spChg>
        <pc:spChg chg="add del">
          <ac:chgData name="troy.nsofor-W214953722" userId="S::w214953722@student.hccs.edu::a4bcf6b5-258a-4061-a951-7822d8616e66" providerId="AD" clId="Web-{EB44D908-13D9-54ED-DE94-ACA3312A5527}" dt="2025-12-06T20:15:32.861" v="129"/>
          <ac:spMkLst>
            <pc:docMk/>
            <pc:sldMk cId="1662326228" sldId="257"/>
            <ac:spMk id="17" creationId="{92468898-5A6E-4D55-85EC-308E785EE06C}"/>
          </ac:spMkLst>
        </pc:spChg>
        <pc:spChg chg="add del">
          <ac:chgData name="troy.nsofor-W214953722" userId="S::w214953722@student.hccs.edu::a4bcf6b5-258a-4061-a951-7822d8616e66" providerId="AD" clId="Web-{EB44D908-13D9-54ED-DE94-ACA3312A5527}" dt="2025-12-06T20:15:32.861" v="129"/>
          <ac:spMkLst>
            <pc:docMk/>
            <pc:sldMk cId="1662326228" sldId="257"/>
            <ac:spMk id="18" creationId="{3E23A947-2D45-4208-AE2B-64948C87A3EB}"/>
          </ac:spMkLst>
        </pc:spChg>
        <pc:spChg chg="add del">
          <ac:chgData name="troy.nsofor-W214953722" userId="S::w214953722@student.hccs.edu::a4bcf6b5-258a-4061-a951-7822d8616e66" providerId="AD" clId="Web-{EB44D908-13D9-54ED-DE94-ACA3312A5527}" dt="2025-12-06T20:15:32.861" v="129"/>
          <ac:spMkLst>
            <pc:docMk/>
            <pc:sldMk cId="1662326228" sldId="257"/>
            <ac:spMk id="19" creationId="{E5BBB0F9-6A59-4D02-A9C7-A2D6516684CE}"/>
          </ac:spMkLst>
        </pc:spChg>
        <pc:spChg chg="add del">
          <ac:chgData name="troy.nsofor-W214953722" userId="S::w214953722@student.hccs.edu::a4bcf6b5-258a-4061-a951-7822d8616e66" providerId="AD" clId="Web-{EB44D908-13D9-54ED-DE94-ACA3312A5527}" dt="2025-12-06T20:15:32.861" v="129"/>
          <ac:spMkLst>
            <pc:docMk/>
            <pc:sldMk cId="1662326228" sldId="257"/>
            <ac:spMk id="20" creationId="{0C05FF9F-7857-783C-2785-743288E0779E}"/>
          </ac:spMkLst>
        </pc:spChg>
        <pc:spChg chg="add">
          <ac:chgData name="troy.nsofor-W214953722" userId="S::w214953722@student.hccs.edu::a4bcf6b5-258a-4061-a951-7822d8616e66" providerId="AD" clId="Web-{EB44D908-13D9-54ED-DE94-ACA3312A5527}" dt="2025-12-06T20:15:32.877" v="130"/>
          <ac:spMkLst>
            <pc:docMk/>
            <pc:sldMk cId="1662326228" sldId="257"/>
            <ac:spMk id="22" creationId="{E45CA849-654C-4173-AD99-B3A2528275F5}"/>
          </ac:spMkLst>
        </pc:spChg>
        <pc:spChg chg="add">
          <ac:chgData name="troy.nsofor-W214953722" userId="S::w214953722@student.hccs.edu::a4bcf6b5-258a-4061-a951-7822d8616e66" providerId="AD" clId="Web-{EB44D908-13D9-54ED-DE94-ACA3312A5527}" dt="2025-12-06T20:15:32.877" v="130"/>
          <ac:spMkLst>
            <pc:docMk/>
            <pc:sldMk cId="1662326228" sldId="257"/>
            <ac:spMk id="23" creationId="{3E23A947-2D45-4208-AE2B-64948C87A3EB}"/>
          </ac:spMkLst>
        </pc:spChg>
        <pc:spChg chg="add">
          <ac:chgData name="troy.nsofor-W214953722" userId="S::w214953722@student.hccs.edu::a4bcf6b5-258a-4061-a951-7822d8616e66" providerId="AD" clId="Web-{EB44D908-13D9-54ED-DE94-ACA3312A5527}" dt="2025-12-06T20:15:32.877" v="130"/>
          <ac:spMkLst>
            <pc:docMk/>
            <pc:sldMk cId="1662326228" sldId="257"/>
            <ac:spMk id="24" creationId="{E5BBB0F9-6A59-4D02-A9C7-A2D6516684CE}"/>
          </ac:spMkLst>
        </pc:spChg>
        <pc:spChg chg="add mod">
          <ac:chgData name="troy.nsofor-W214953722" userId="S::w214953722@student.hccs.edu::a4bcf6b5-258a-4061-a951-7822d8616e66" providerId="AD" clId="Web-{EB44D908-13D9-54ED-DE94-ACA3312A5527}" dt="2025-12-06T20:55:20.757" v="245" actId="20577"/>
          <ac:spMkLst>
            <pc:docMk/>
            <pc:sldMk cId="1662326228" sldId="257"/>
            <ac:spMk id="25" creationId="{99044FC1-7BCA-D38F-EBBA-05203F4D5B05}"/>
          </ac:spMkLst>
        </pc:spChg>
        <pc:picChg chg="add mod ord">
          <ac:chgData name="troy.nsofor-W214953722" userId="S::w214953722@student.hccs.edu::a4bcf6b5-258a-4061-a951-7822d8616e66" providerId="AD" clId="Web-{EB44D908-13D9-54ED-DE94-ACA3312A5527}" dt="2025-12-06T20:15:44.142" v="131"/>
          <ac:picMkLst>
            <pc:docMk/>
            <pc:sldMk cId="1662326228" sldId="257"/>
            <ac:picMk id="4" creationId="{530DEB35-D5F6-7EC5-F759-193D2743DF2C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626937-1FE5-4F3A-95BE-CC6FD8A985F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BADDC4-B756-401C-AC33-AB7850B8D13F}">
      <dgm:prSet/>
      <dgm:spPr/>
      <dgm:t>
        <a:bodyPr/>
        <a:lstStyle/>
        <a:p>
          <a:r>
            <a:rPr lang="en-US" b="1"/>
            <a:t>Technical skills:</a:t>
          </a:r>
          <a:r>
            <a:rPr lang="en-US"/>
            <a:t> NLP, ML, Python, model training</a:t>
          </a:r>
        </a:p>
      </dgm:t>
    </dgm:pt>
    <dgm:pt modelId="{22B78D99-2E64-4F4D-9F08-0AB6E799F34A}" type="parTrans" cxnId="{3E08EA64-FC81-4825-AE17-26507B011407}">
      <dgm:prSet/>
      <dgm:spPr/>
      <dgm:t>
        <a:bodyPr/>
        <a:lstStyle/>
        <a:p>
          <a:endParaRPr lang="en-US"/>
        </a:p>
      </dgm:t>
    </dgm:pt>
    <dgm:pt modelId="{0523BE09-9D53-4395-8A4A-23EE4E6A184D}" type="sibTrans" cxnId="{3E08EA64-FC81-4825-AE17-26507B011407}">
      <dgm:prSet/>
      <dgm:spPr/>
      <dgm:t>
        <a:bodyPr/>
        <a:lstStyle/>
        <a:p>
          <a:endParaRPr lang="en-US"/>
        </a:p>
      </dgm:t>
    </dgm:pt>
    <dgm:pt modelId="{BBCC5C31-7833-4C44-9663-1E9A5FA54595}">
      <dgm:prSet/>
      <dgm:spPr/>
      <dgm:t>
        <a:bodyPr/>
        <a:lstStyle/>
        <a:p>
          <a:r>
            <a:rPr lang="en-US" b="1"/>
            <a:t>Core competencies: </a:t>
          </a:r>
          <a:r>
            <a:rPr lang="en-US"/>
            <a:t>Working with real-world datasets, NLP preprocessing, Text classification and sentiment analysis, etc.</a:t>
          </a:r>
        </a:p>
      </dgm:t>
    </dgm:pt>
    <dgm:pt modelId="{D6BFE204-2884-4EE8-908A-E6F6D90C60C9}" type="parTrans" cxnId="{705D65E7-CD13-4BBE-BE9B-4D21EC983495}">
      <dgm:prSet/>
      <dgm:spPr/>
      <dgm:t>
        <a:bodyPr/>
        <a:lstStyle/>
        <a:p>
          <a:endParaRPr lang="en-US"/>
        </a:p>
      </dgm:t>
    </dgm:pt>
    <dgm:pt modelId="{F6FC6DED-60B1-48EB-94F4-64D34AE6E741}" type="sibTrans" cxnId="{705D65E7-CD13-4BBE-BE9B-4D21EC983495}">
      <dgm:prSet/>
      <dgm:spPr/>
      <dgm:t>
        <a:bodyPr/>
        <a:lstStyle/>
        <a:p>
          <a:endParaRPr lang="en-US"/>
        </a:p>
      </dgm:t>
    </dgm:pt>
    <dgm:pt modelId="{A8DD3A73-CBF8-4A97-8766-8C32C808E399}">
      <dgm:prSet/>
      <dgm:spPr/>
      <dgm:t>
        <a:bodyPr/>
        <a:lstStyle/>
        <a:p>
          <a:r>
            <a:rPr lang="en-US" b="1"/>
            <a:t>Soft skills</a:t>
          </a:r>
          <a:r>
            <a:rPr lang="en-US"/>
            <a:t>: Communication, Teamwork, Collaboration, continuous learning.</a:t>
          </a:r>
        </a:p>
      </dgm:t>
    </dgm:pt>
    <dgm:pt modelId="{472F7643-6672-47FF-9988-8DBAEC3A5E65}" type="parTrans" cxnId="{A36AC23E-D51E-411F-97A7-F54CDFE0635C}">
      <dgm:prSet/>
      <dgm:spPr/>
      <dgm:t>
        <a:bodyPr/>
        <a:lstStyle/>
        <a:p>
          <a:endParaRPr lang="en-US"/>
        </a:p>
      </dgm:t>
    </dgm:pt>
    <dgm:pt modelId="{0B7C8140-2060-41DC-8768-409013F32EB7}" type="sibTrans" cxnId="{A36AC23E-D51E-411F-97A7-F54CDFE0635C}">
      <dgm:prSet/>
      <dgm:spPr/>
      <dgm:t>
        <a:bodyPr/>
        <a:lstStyle/>
        <a:p>
          <a:endParaRPr lang="en-US"/>
        </a:p>
      </dgm:t>
    </dgm:pt>
    <dgm:pt modelId="{D976C0BD-A46C-4B68-80BF-2B67089EC0C7}" type="pres">
      <dgm:prSet presAssocID="{AB626937-1FE5-4F3A-95BE-CC6FD8A985F1}" presName="root" presStyleCnt="0">
        <dgm:presLayoutVars>
          <dgm:dir/>
          <dgm:resizeHandles val="exact"/>
        </dgm:presLayoutVars>
      </dgm:prSet>
      <dgm:spPr/>
    </dgm:pt>
    <dgm:pt modelId="{002FD349-C428-404C-ACC5-BE3B2187440C}" type="pres">
      <dgm:prSet presAssocID="{CEBADDC4-B756-401C-AC33-AB7850B8D13F}" presName="compNode" presStyleCnt="0"/>
      <dgm:spPr/>
    </dgm:pt>
    <dgm:pt modelId="{08CE9047-6A82-41A3-B940-974641DB256C}" type="pres">
      <dgm:prSet presAssocID="{CEBADDC4-B756-401C-AC33-AB7850B8D1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A7CEC8B-3096-4E04-AE84-DBF66B8DF3DE}" type="pres">
      <dgm:prSet presAssocID="{CEBADDC4-B756-401C-AC33-AB7850B8D13F}" presName="spaceRect" presStyleCnt="0"/>
      <dgm:spPr/>
    </dgm:pt>
    <dgm:pt modelId="{D69313B0-4FA9-4396-A7B9-EB9805F632E7}" type="pres">
      <dgm:prSet presAssocID="{CEBADDC4-B756-401C-AC33-AB7850B8D13F}" presName="textRect" presStyleLbl="revTx" presStyleIdx="0" presStyleCnt="3">
        <dgm:presLayoutVars>
          <dgm:chMax val="1"/>
          <dgm:chPref val="1"/>
        </dgm:presLayoutVars>
      </dgm:prSet>
      <dgm:spPr/>
    </dgm:pt>
    <dgm:pt modelId="{B9EBAD2B-9E9D-4AC9-B889-CFE796198B83}" type="pres">
      <dgm:prSet presAssocID="{0523BE09-9D53-4395-8A4A-23EE4E6A184D}" presName="sibTrans" presStyleCnt="0"/>
      <dgm:spPr/>
    </dgm:pt>
    <dgm:pt modelId="{A2DF0852-3626-4BEB-9F36-994E0F35C0DE}" type="pres">
      <dgm:prSet presAssocID="{BBCC5C31-7833-4C44-9663-1E9A5FA54595}" presName="compNode" presStyleCnt="0"/>
      <dgm:spPr/>
    </dgm:pt>
    <dgm:pt modelId="{3A1B57C7-A454-4717-BE71-74D373E0A2F5}" type="pres">
      <dgm:prSet presAssocID="{BBCC5C31-7833-4C44-9663-1E9A5FA545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666993-98D4-4D89-8A2C-8FE032AAC66D}" type="pres">
      <dgm:prSet presAssocID="{BBCC5C31-7833-4C44-9663-1E9A5FA54595}" presName="spaceRect" presStyleCnt="0"/>
      <dgm:spPr/>
    </dgm:pt>
    <dgm:pt modelId="{BE87AD88-9F51-4D43-91A1-9A4B37BB3C5C}" type="pres">
      <dgm:prSet presAssocID="{BBCC5C31-7833-4C44-9663-1E9A5FA54595}" presName="textRect" presStyleLbl="revTx" presStyleIdx="1" presStyleCnt="3">
        <dgm:presLayoutVars>
          <dgm:chMax val="1"/>
          <dgm:chPref val="1"/>
        </dgm:presLayoutVars>
      </dgm:prSet>
      <dgm:spPr/>
    </dgm:pt>
    <dgm:pt modelId="{37AEF48E-984C-4F81-9A71-349814B348B7}" type="pres">
      <dgm:prSet presAssocID="{F6FC6DED-60B1-48EB-94F4-64D34AE6E741}" presName="sibTrans" presStyleCnt="0"/>
      <dgm:spPr/>
    </dgm:pt>
    <dgm:pt modelId="{51097D74-4B88-423D-A4F8-279C36682610}" type="pres">
      <dgm:prSet presAssocID="{A8DD3A73-CBF8-4A97-8766-8C32C808E399}" presName="compNode" presStyleCnt="0"/>
      <dgm:spPr/>
    </dgm:pt>
    <dgm:pt modelId="{431CACDF-1D04-483C-9A42-C27B3AABB75A}" type="pres">
      <dgm:prSet presAssocID="{A8DD3A73-CBF8-4A97-8766-8C32C808E3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73ADB32-AD1D-4F0A-9968-F91B8972F1B7}" type="pres">
      <dgm:prSet presAssocID="{A8DD3A73-CBF8-4A97-8766-8C32C808E399}" presName="spaceRect" presStyleCnt="0"/>
      <dgm:spPr/>
    </dgm:pt>
    <dgm:pt modelId="{5101BF9D-4A08-47A9-B5A4-C105DAAF4C59}" type="pres">
      <dgm:prSet presAssocID="{A8DD3A73-CBF8-4A97-8766-8C32C808E39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36AC23E-D51E-411F-97A7-F54CDFE0635C}" srcId="{AB626937-1FE5-4F3A-95BE-CC6FD8A985F1}" destId="{A8DD3A73-CBF8-4A97-8766-8C32C808E399}" srcOrd="2" destOrd="0" parTransId="{472F7643-6672-47FF-9988-8DBAEC3A5E65}" sibTransId="{0B7C8140-2060-41DC-8768-409013F32EB7}"/>
    <dgm:cxn modelId="{3E08EA64-FC81-4825-AE17-26507B011407}" srcId="{AB626937-1FE5-4F3A-95BE-CC6FD8A985F1}" destId="{CEBADDC4-B756-401C-AC33-AB7850B8D13F}" srcOrd="0" destOrd="0" parTransId="{22B78D99-2E64-4F4D-9F08-0AB6E799F34A}" sibTransId="{0523BE09-9D53-4395-8A4A-23EE4E6A184D}"/>
    <dgm:cxn modelId="{93919045-5902-4E7C-8CC1-232AEC4AE374}" type="presOf" srcId="{CEBADDC4-B756-401C-AC33-AB7850B8D13F}" destId="{D69313B0-4FA9-4396-A7B9-EB9805F632E7}" srcOrd="0" destOrd="0" presId="urn:microsoft.com/office/officeart/2018/2/layout/IconLabelList"/>
    <dgm:cxn modelId="{68FEB4A8-608E-49DC-9AB3-43A0A7AD2D0D}" type="presOf" srcId="{BBCC5C31-7833-4C44-9663-1E9A5FA54595}" destId="{BE87AD88-9F51-4D43-91A1-9A4B37BB3C5C}" srcOrd="0" destOrd="0" presId="urn:microsoft.com/office/officeart/2018/2/layout/IconLabelList"/>
    <dgm:cxn modelId="{D06E4FAD-0BB4-4AC4-93AE-A89CCD73F85B}" type="presOf" srcId="{A8DD3A73-CBF8-4A97-8766-8C32C808E399}" destId="{5101BF9D-4A08-47A9-B5A4-C105DAAF4C59}" srcOrd="0" destOrd="0" presId="urn:microsoft.com/office/officeart/2018/2/layout/IconLabelList"/>
    <dgm:cxn modelId="{57E1E5C9-F85B-4136-B9D6-CD3EAE91D952}" type="presOf" srcId="{AB626937-1FE5-4F3A-95BE-CC6FD8A985F1}" destId="{D976C0BD-A46C-4B68-80BF-2B67089EC0C7}" srcOrd="0" destOrd="0" presId="urn:microsoft.com/office/officeart/2018/2/layout/IconLabelList"/>
    <dgm:cxn modelId="{705D65E7-CD13-4BBE-BE9B-4D21EC983495}" srcId="{AB626937-1FE5-4F3A-95BE-CC6FD8A985F1}" destId="{BBCC5C31-7833-4C44-9663-1E9A5FA54595}" srcOrd="1" destOrd="0" parTransId="{D6BFE204-2884-4EE8-908A-E6F6D90C60C9}" sibTransId="{F6FC6DED-60B1-48EB-94F4-64D34AE6E741}"/>
    <dgm:cxn modelId="{F210D0C3-11EE-482C-AA81-9E7C514BAB09}" type="presParOf" srcId="{D976C0BD-A46C-4B68-80BF-2B67089EC0C7}" destId="{002FD349-C428-404C-ACC5-BE3B2187440C}" srcOrd="0" destOrd="0" presId="urn:microsoft.com/office/officeart/2018/2/layout/IconLabelList"/>
    <dgm:cxn modelId="{FA3E4392-50CB-484C-ACB9-EC876DF0DD18}" type="presParOf" srcId="{002FD349-C428-404C-ACC5-BE3B2187440C}" destId="{08CE9047-6A82-41A3-B940-974641DB256C}" srcOrd="0" destOrd="0" presId="urn:microsoft.com/office/officeart/2018/2/layout/IconLabelList"/>
    <dgm:cxn modelId="{1D36DCB0-F830-4DB5-AADA-64B9B62DF12E}" type="presParOf" srcId="{002FD349-C428-404C-ACC5-BE3B2187440C}" destId="{CA7CEC8B-3096-4E04-AE84-DBF66B8DF3DE}" srcOrd="1" destOrd="0" presId="urn:microsoft.com/office/officeart/2018/2/layout/IconLabelList"/>
    <dgm:cxn modelId="{B48270F3-8966-488A-B0EC-83F921BB0240}" type="presParOf" srcId="{002FD349-C428-404C-ACC5-BE3B2187440C}" destId="{D69313B0-4FA9-4396-A7B9-EB9805F632E7}" srcOrd="2" destOrd="0" presId="urn:microsoft.com/office/officeart/2018/2/layout/IconLabelList"/>
    <dgm:cxn modelId="{89DDC3E0-64A8-48AD-B570-FA0F3B0EE6C7}" type="presParOf" srcId="{D976C0BD-A46C-4B68-80BF-2B67089EC0C7}" destId="{B9EBAD2B-9E9D-4AC9-B889-CFE796198B83}" srcOrd="1" destOrd="0" presId="urn:microsoft.com/office/officeart/2018/2/layout/IconLabelList"/>
    <dgm:cxn modelId="{D07F4C84-E252-4ED8-9483-189F61C9D87B}" type="presParOf" srcId="{D976C0BD-A46C-4B68-80BF-2B67089EC0C7}" destId="{A2DF0852-3626-4BEB-9F36-994E0F35C0DE}" srcOrd="2" destOrd="0" presId="urn:microsoft.com/office/officeart/2018/2/layout/IconLabelList"/>
    <dgm:cxn modelId="{F404D400-F71B-4CB5-9538-3FE794F42215}" type="presParOf" srcId="{A2DF0852-3626-4BEB-9F36-994E0F35C0DE}" destId="{3A1B57C7-A454-4717-BE71-74D373E0A2F5}" srcOrd="0" destOrd="0" presId="urn:microsoft.com/office/officeart/2018/2/layout/IconLabelList"/>
    <dgm:cxn modelId="{4D1016C8-58DF-40FC-B719-3C2BCE12DD32}" type="presParOf" srcId="{A2DF0852-3626-4BEB-9F36-994E0F35C0DE}" destId="{02666993-98D4-4D89-8A2C-8FE032AAC66D}" srcOrd="1" destOrd="0" presId="urn:microsoft.com/office/officeart/2018/2/layout/IconLabelList"/>
    <dgm:cxn modelId="{52BD7917-9A07-4DDF-BB07-DB759180B481}" type="presParOf" srcId="{A2DF0852-3626-4BEB-9F36-994E0F35C0DE}" destId="{BE87AD88-9F51-4D43-91A1-9A4B37BB3C5C}" srcOrd="2" destOrd="0" presId="urn:microsoft.com/office/officeart/2018/2/layout/IconLabelList"/>
    <dgm:cxn modelId="{C5BA82FF-4850-48EE-A765-7C50C143C7DD}" type="presParOf" srcId="{D976C0BD-A46C-4B68-80BF-2B67089EC0C7}" destId="{37AEF48E-984C-4F81-9A71-349814B348B7}" srcOrd="3" destOrd="0" presId="urn:microsoft.com/office/officeart/2018/2/layout/IconLabelList"/>
    <dgm:cxn modelId="{DFEE8A64-85CA-4F8F-8B93-293E7A3E25FB}" type="presParOf" srcId="{D976C0BD-A46C-4B68-80BF-2B67089EC0C7}" destId="{51097D74-4B88-423D-A4F8-279C36682610}" srcOrd="4" destOrd="0" presId="urn:microsoft.com/office/officeart/2018/2/layout/IconLabelList"/>
    <dgm:cxn modelId="{8996C4BA-1D86-4AA6-8E7B-3E2AD54ACEA9}" type="presParOf" srcId="{51097D74-4B88-423D-A4F8-279C36682610}" destId="{431CACDF-1D04-483C-9A42-C27B3AABB75A}" srcOrd="0" destOrd="0" presId="urn:microsoft.com/office/officeart/2018/2/layout/IconLabelList"/>
    <dgm:cxn modelId="{FA948B02-F9F4-4578-A816-D85C0096796F}" type="presParOf" srcId="{51097D74-4B88-423D-A4F8-279C36682610}" destId="{573ADB32-AD1D-4F0A-9968-F91B8972F1B7}" srcOrd="1" destOrd="0" presId="urn:microsoft.com/office/officeart/2018/2/layout/IconLabelList"/>
    <dgm:cxn modelId="{29BBC4FE-1F89-4571-83EE-87F716174DAA}" type="presParOf" srcId="{51097D74-4B88-423D-A4F8-279C36682610}" destId="{5101BF9D-4A08-47A9-B5A4-C105DAAF4C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E9047-6A82-41A3-B940-974641DB256C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313B0-4FA9-4396-A7B9-EB9805F632E7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Technical skills:</a:t>
          </a:r>
          <a:r>
            <a:rPr lang="en-US" sz="1400" kern="1200"/>
            <a:t> NLP, ML, Python, model training</a:t>
          </a:r>
        </a:p>
      </dsp:txBody>
      <dsp:txXfrm>
        <a:off x="59990" y="2654049"/>
        <a:ext cx="3226223" cy="720000"/>
      </dsp:txXfrm>
    </dsp:sp>
    <dsp:sp modelId="{3A1B57C7-A454-4717-BE71-74D373E0A2F5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7AD88-9F51-4D43-91A1-9A4B37BB3C5C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Core competencies: </a:t>
          </a:r>
          <a:r>
            <a:rPr lang="en-US" sz="1400" kern="1200"/>
            <a:t>Working with real-world datasets, NLP preprocessing, Text classification and sentiment analysis, etc.</a:t>
          </a:r>
        </a:p>
      </dsp:txBody>
      <dsp:txXfrm>
        <a:off x="3850802" y="2654049"/>
        <a:ext cx="3226223" cy="720000"/>
      </dsp:txXfrm>
    </dsp:sp>
    <dsp:sp modelId="{431CACDF-1D04-483C-9A42-C27B3AABB75A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1BF9D-4A08-47A9-B5A4-C105DAAF4C59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Soft skills</a:t>
          </a:r>
          <a:r>
            <a:rPr lang="en-US" sz="1400" kern="1200"/>
            <a:t>: Communication, Teamwork, Collaboration, continuous learning.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roynsofor-svg/Troy-Nsofor-AI-Portfoli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roynsofor-svg/ITAI2373-Portfolio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roynsofor-svg/ITAI2373-NewsBot-Fina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/>
              <a:t>Name:</a:t>
            </a:r>
            <a:r>
              <a:rPr lang="en-US"/>
              <a:t> Troy Nsofor</a:t>
            </a:r>
          </a:p>
          <a:p>
            <a:r>
              <a:rPr lang="en-US" b="1"/>
              <a:t>Program:</a:t>
            </a:r>
            <a:r>
              <a:rPr lang="en-US"/>
              <a:t> Computer Science Info &amp; Technology</a:t>
            </a:r>
          </a:p>
          <a:p>
            <a:r>
              <a:rPr lang="en-US"/>
              <a:t>My AI specialization/interests are robotics, computers, etc.</a:t>
            </a:r>
          </a:p>
          <a:p>
            <a:r>
              <a:rPr lang="en-US" b="1"/>
              <a:t>Link: </a:t>
            </a:r>
            <a:r>
              <a:rPr lang="en-US">
                <a:ea typeface="+mn-lt"/>
                <a:cs typeface="+mn-lt"/>
                <a:hlinkClick r:id="rId2"/>
              </a:rPr>
              <a:t>https://github.com/troynsofor-svg/Troy-Nsofor-AI-Portfolio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76F6D-1212-3029-590C-0D5AD6B3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Learning Journey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A diagram of a course timeline&#10;&#10;AI-generated content may be incorrect.">
            <a:extLst>
              <a:ext uri="{FF2B5EF4-FFF2-40B4-BE49-F238E27FC236}">
                <a16:creationId xmlns:a16="http://schemas.microsoft.com/office/drawing/2014/main" id="{530DEB35-D5F6-7EC5-F759-193D2743D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8" r="529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99044FC1-7BCA-D38F-EBBA-05203F4D5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/>
              <a:t>Technologies/frameworks mastered:</a:t>
            </a:r>
            <a:r>
              <a:rPr lang="en-US" sz="1800"/>
              <a:t> deep learning, natural language processing, computer vision, etc.</a:t>
            </a:r>
          </a:p>
          <a:p>
            <a:pPr marL="0" indent="0">
              <a:buNone/>
            </a:pPr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Growth Trajectory: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 I developed strong skills in coding cells, debugging issues, and applying NLP concepts to build practical, working AI features.</a:t>
            </a:r>
            <a:endParaRPr lang="en-US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6232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E89DB-5F31-36F2-15F9-1E7069AE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Featured Projects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D925E5-565E-1185-A812-0BE9B25A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" r="31782" b="-2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77215-F0C3-FF1E-4F1C-19E66BA95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 err="1"/>
              <a:t>NewsBot</a:t>
            </a:r>
            <a:r>
              <a:rPr lang="en-US" sz="1800" b="1"/>
              <a:t> Intelligence System (Mid-Term)</a:t>
            </a:r>
          </a:p>
          <a:p>
            <a:pPr marL="0" indent="0">
              <a:buNone/>
            </a:pPr>
            <a:r>
              <a:rPr lang="en-US" sz="1800"/>
              <a:t>NLP system clusters and summarizes news articles to deliver clear, structured insights.</a:t>
            </a:r>
          </a:p>
          <a:p>
            <a:pPr marL="0" indent="0">
              <a:buNone/>
            </a:pPr>
            <a:r>
              <a:rPr lang="en-US" sz="1800" b="1"/>
              <a:t>Technologies: </a:t>
            </a:r>
            <a:r>
              <a:rPr lang="en-US" sz="1800" err="1"/>
              <a:t>Jupyter</a:t>
            </a:r>
            <a:r>
              <a:rPr lang="en-US" sz="1800"/>
              <a:t> Notebook / Google Colab, </a:t>
            </a:r>
            <a:r>
              <a:rPr lang="en-US" sz="1800" err="1"/>
              <a:t>langdetect</a:t>
            </a:r>
            <a:r>
              <a:rPr lang="en-US" sz="1800"/>
              <a:t>, pandas, etc.</a:t>
            </a:r>
          </a:p>
          <a:p>
            <a:pPr marL="0" indent="0">
              <a:buNone/>
            </a:pPr>
            <a:r>
              <a:rPr lang="en-US" sz="1800" b="1"/>
              <a:t>Link:</a:t>
            </a:r>
            <a:r>
              <a:rPr lang="en-US" sz="1800"/>
              <a:t> </a:t>
            </a:r>
            <a:r>
              <a:rPr lang="en-US" sz="1800">
                <a:hlinkClick r:id="rId3"/>
              </a:rPr>
              <a:t>https://github.com/troynsofor-svg/ITAI2373-Portfolio</a:t>
            </a:r>
            <a:endParaRPr lang="en-US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5121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748BA-41A9-CB0B-C9C6-285E4D16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Featured Projects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728596-2246-0355-CC27-6B6C6245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71" r="8947" b="2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34ED6-C314-2E01-819B-5B9F3BCF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b="1" err="1"/>
              <a:t>NewsBot</a:t>
            </a:r>
            <a:r>
              <a:rPr lang="en-US" sz="1700" b="1"/>
              <a:t> Intelligence System 2.0 (Final Project) -</a:t>
            </a:r>
            <a:r>
              <a:rPr lang="en-US" sz="1700"/>
              <a:t>Enhanced platform with improved extraction, smarter summarization, and an interactive chatbot using advanced NLP models.</a:t>
            </a:r>
            <a:endParaRPr lang="en-US" sz="1700" b="1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b="1"/>
              <a:t>Technologies: </a:t>
            </a:r>
            <a:r>
              <a:rPr lang="en-US" sz="1700"/>
              <a:t>Genism, Transformers, KMeans, Python, etc.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b="1"/>
              <a:t>Link:</a:t>
            </a:r>
            <a:r>
              <a:rPr lang="en-US" sz="1700"/>
              <a:t> </a:t>
            </a:r>
            <a:r>
              <a:rPr lang="en-US" sz="1700">
                <a:hlinkClick r:id="rId3"/>
              </a:rPr>
              <a:t>https://github.com/troynsofor-svg/ITAI2373-NewsBot-Final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76964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219E4-4C62-38F0-3D49-76E030872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Skills &amp; Competencies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D61F8C-346D-3AD3-052B-5E4B138DF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928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3128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53171-F449-90B1-0D8E-0D2D5BE5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 Reflection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7775E-D760-C8A5-6024-C6150EBEC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Reflection: </a:t>
            </a:r>
            <a:r>
              <a:rPr lang="en-US" sz="2000"/>
              <a:t>I learned how to codes cells in Google Colab.</a:t>
            </a:r>
            <a:endParaRPr lang="en-US"/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r>
              <a:rPr lang="en-US" sz="2000" b="1"/>
              <a:t>Next Steps:</a:t>
            </a:r>
            <a:r>
              <a:rPr lang="en-US" sz="2000"/>
              <a:t> Explore deep and machine learning models and deploy full AI apps.</a:t>
            </a:r>
            <a:endParaRPr lang="en-US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b="1"/>
              <a:t>Contact information:</a:t>
            </a:r>
            <a:r>
              <a:rPr lang="en-US" sz="2000"/>
              <a:t> troynsofor@gmail.com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2383296D-0E6E-52B6-BB40-7EF1EC980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82" r="11479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8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Introduction</vt:lpstr>
      <vt:lpstr>Learning Journey</vt:lpstr>
      <vt:lpstr>Featured Projects</vt:lpstr>
      <vt:lpstr>Featured Projects 2</vt:lpstr>
      <vt:lpstr>Skills &amp; Competencies</vt:lpstr>
      <vt:lpstr> Reflection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2025-12-06T20:01:57Z</dcterms:created>
  <dcterms:modified xsi:type="dcterms:W3CDTF">2025-12-07T00:22:59Z</dcterms:modified>
</cp:coreProperties>
</file>